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.is/ppt_made_with_prezi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Freeform 3">
            <a:hlinkClick r:id="rId3" tooltip="https://prez.is/ppt_made_with_prezi/"/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l="l" t="t" r="r" b="b"/>
            <a:pathLst>
              <a:path w="3530600" h="8509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De Abreu Lopes</cp:lastModifiedBy>
  <cp:revision>2</cp:revision>
  <dcterms:created xsi:type="dcterms:W3CDTF">2006-08-16T00:00:00Z</dcterms:created>
  <dcterms:modified xsi:type="dcterms:W3CDTF">2026-10-07T18:19:53Z</dcterms:modified>
</cp:coreProperties>
</file>